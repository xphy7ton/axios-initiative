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espi\.gemini\antigravity\scratch\axios-initiative\assets\logo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56032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280160"/>
            <a:ext cx="566928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ORGANIZACIÓN CRISTIANA 501(c)(3) • ESTADO DE FLORIDA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48640" y="1737360"/>
            <a:ext cx="5669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Restaurando la dignidad,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Honrando el llamado,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Inspirando esperanza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329184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Existimos para honrar, fortalecer y acompañar a pastores y sus familias, brindándoles atención integral, restauración, capacitación y apoyo financiero.</a:t>
            </a:r>
            <a:endParaRPr lang="en-US" sz="1300" dirty="0"/>
          </a:p>
        </p:txBody>
      </p:sp>
      <p:pic>
        <p:nvPicPr>
          <p:cNvPr id="6" name="Image 1" descr="C:\Users\iespi\.gemini\antigravity\scratch\axios-initiative\assets\program-sponsorshi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548640"/>
            <a:ext cx="5120640" cy="3657600"/>
          </a:xfrm>
          <a:prstGeom prst="ellipse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4572000"/>
            <a:ext cx="2606040" cy="1645920"/>
          </a:xfrm>
          <a:prstGeom prst="roundRect">
            <a:avLst>
              <a:gd name="adj" fmla="val 5556"/>
            </a:avLst>
          </a:prstGeom>
          <a:solidFill>
            <a:srgbClr val="162238"/>
          </a:solidFill>
          <a:ln w="19050">
            <a:solidFill>
              <a:srgbClr val="E3530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85800" y="48006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CUIDAR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85800" y="5166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mental y emocional pastoral.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337560" y="4572000"/>
            <a:ext cx="2606040" cy="1645920"/>
          </a:xfrm>
          <a:prstGeom prst="roundRect">
            <a:avLst>
              <a:gd name="adj" fmla="val 5556"/>
            </a:avLst>
          </a:prstGeom>
          <a:solidFill>
            <a:srgbClr val="162238"/>
          </a:solidFill>
          <a:ln w="19050">
            <a:solidFill>
              <a:srgbClr val="E3530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474720" y="48006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74720" y="5166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Retiros y renovación espiritual.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572000"/>
            <a:ext cx="2606040" cy="1645920"/>
          </a:xfrm>
          <a:prstGeom prst="roundRect">
            <a:avLst>
              <a:gd name="adj" fmla="val 5556"/>
            </a:avLst>
          </a:prstGeom>
          <a:solidFill>
            <a:srgbClr val="162238"/>
          </a:solidFill>
          <a:ln w="19050">
            <a:solidFill>
              <a:srgbClr val="E3530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263640" y="48006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EQUIPAR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263640" y="5166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Capacitación y mentoría práctica.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915400" y="4572000"/>
            <a:ext cx="2606040" cy="1645920"/>
          </a:xfrm>
          <a:prstGeom prst="roundRect">
            <a:avLst>
              <a:gd name="adj" fmla="val 5556"/>
            </a:avLst>
          </a:prstGeom>
          <a:solidFill>
            <a:srgbClr val="162238"/>
          </a:solidFill>
          <a:ln w="19050">
            <a:solidFill>
              <a:srgbClr val="E35309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052560" y="48006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052560" y="5166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Puentes de patrocinio y alianza.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INICIATIVAS &amp; ORIGEN INSTITUCIONAL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Cuidando al corazón detrás del llamado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03520" cy="2011680"/>
          </a:xfrm>
          <a:prstGeom prst="roundRect">
            <a:avLst>
              <a:gd name="adj" fmla="val 4545"/>
            </a:avLst>
          </a:prstGeom>
          <a:solidFill>
            <a:srgbClr val="162238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Iniciativa 01: Salud Mental y Espiritual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937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Atención integral, consejería confidencial, evaluaciones de bienestar y retiros espirituales diseñados para prevenir el agotamiento (burnout) y restaurar a los matrimonios pastorales.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3258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162238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Iniciativa 02: Capacitación Teológica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92024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Oficinas de pregação expositiva, mentorias de liderança, revitalização de igrejas e desenvolvimento da próxima geração de pastores e plantadores.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131E36"/>
          </a:solidFill>
          <a:ln w="19050">
            <a:solidFill>
              <a:srgbClr val="E3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Historia &amp; El Significado de AXIOS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02336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Derivado del griego original, AXIOS significa "Digno, Valioso, Merecedor de Honor" (1 Timoteo 5:17). Nacida de casi 30 años de experiencia pastoral del Pr. Lielson Penido y una investigación en más de 20 países de Latinoamérica, Axios Initiative responde a la pregunta: ¿Quién cuida de quienes cuidan?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162238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74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Pr. Lielson Penido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3949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Fundador y Director Ejecutivo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 como misionero en Europa, pastor de adorno y Director de Lenguas de la Asociación Bautista de Tampa Bay.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493776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162238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5074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Junta Directiva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539496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Francisco Juarbe (Vicepresidente), Pr. Mario Figueroa (Secretario) y Pr. David Endara (Tesorero).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Garantizan estricta gobernanza fiduciaria y transparencia 501(c)(3).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ADOPCIÓN &amp; CONTACTO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Iniciativa 03: Adopción Familiar Pastoral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8A50"/>
                          </a:solidFill>
                        </a:rPr>
                        <a:t>PATROCINIO MENSUAL</a:t>
                      </a:r>
                      <a:endParaRPr lang="en-US" sz="11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8A50"/>
                          </a:solidFill>
                        </a:rPr>
                        <a:t>PERFIL FINANCIERO GENERAL VERIFICADO</a:t>
                      </a:r>
                      <a:endParaRPr lang="en-US" sz="11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$100 - $200 / mes</a:t>
                      </a:r>
                      <a:endParaRPr lang="en-US" sz="11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Apoyo complementario cuando la iglesia o familia ya cubren una parte significativa de sus necesidades básicas.</a:t>
                      </a:r>
                      <a:endParaRPr lang="en-US" sz="105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$300 / mes</a:t>
                      </a:r>
                      <a:endParaRPr lang="en-US" sz="11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Brecha moderada verificada que afecta las necesidades normales de la casa.</a:t>
                      </a:r>
                      <a:endParaRPr lang="en-US" sz="105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$400 / mes</a:t>
                      </a:r>
                      <a:endParaRPr lang="en-US" sz="11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Brecha significativa entre la compensación pastoral y los costos de vida locales.</a:t>
                      </a:r>
                      <a:endParaRPr lang="en-US" sz="105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$500 / mes</a:t>
                      </a:r>
                      <a:endParaRPr lang="en-US" sz="11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Patrocinio máximo estándar de Axios para necesidad verificada substancial.</a:t>
                      </a:r>
                      <a:endParaRPr lang="en-US" sz="105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B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74720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162238"/>
          </a:solidFill>
          <a:ln w="15240">
            <a:solidFill>
              <a:srgbClr val="E3530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de Verificación en 3 Niveles (Sello Pastor Verificado Axios)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31520" y="397764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pastor participante atraviesa una evaluación rigurosa de carácter bíblico (1 Timoteo 3 / Tito 1), necesidad financiera documentada y recomendación escrita independiente de 3 organismos: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Iglesia Local (Carácter y ministerio)  •  2. Asociación Batista (Participación activa)  •  3. Convención Batista (Testimonio denominacional)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31E36"/>
          </a:solidFill>
          <a:ln w="25400">
            <a:solidFill>
              <a:srgbClr val="E3530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Adopte un Proyecto o Patrocine una Familia Pastoral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generosidad deducible de impuestos fortalece directamente a quienes dedican su vida a cuidar la Iglesia en Latinoamérica.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Estado de Florida, EE.UU.   •   ✉️ contact@axiosinitiative.org   •   🌐 axios-initiative.web.app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AXIOS INITIATIVE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AXIOS Initiative - Presentación Ejecutiva</dc:title>
  <dc:subject>PptxGenJS Presentation</dc:subject>
  <dc:creator>AXIOS INITIATIVE</dc:creator>
  <cp:lastModifiedBy>AXIOS INITIATIVE</cp:lastModifiedBy>
  <cp:revision>1</cp:revision>
  <dcterms:created xsi:type="dcterms:W3CDTF">2026-08-19T21:14:56Z</dcterms:created>
  <dcterms:modified xsi:type="dcterms:W3CDTF">2026-08-19T21:14:56Z</dcterms:modified>
</cp:coreProperties>
</file>