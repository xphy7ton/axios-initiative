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iespi\.gemini\antigravity\scratch\axios-initiative\assets\logo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56032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43000"/>
            <a:ext cx="512064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CRISTIANA 501(c)(3) • ESTADO DE FLORIDA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457200" y="16002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Restaurando la dignidad,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Honrando el llamado,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Inspirando esperanza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31546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Existimos para honrar, fortalecer y acompañar a pastores y sus familias, brindándoles atención integral, restauración, capacitación y apoyo financiero.</a:t>
            </a:r>
            <a:endParaRPr lang="en-US" sz="1200" dirty="0"/>
          </a:p>
        </p:txBody>
      </p:sp>
      <p:pic>
        <p:nvPicPr>
          <p:cNvPr id="6" name="Image 1" descr="C:\Users\iespi\.gemini\antigravity\scratch\axios-initiative\assets\program-sponsorshi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65760"/>
            <a:ext cx="5669280" cy="3886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4480560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E3530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66928" y="466344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CUIDAR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5029200"/>
            <a:ext cx="24140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mental y emocional pastoral.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19272" y="4480560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E3530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29000" y="466344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29000" y="5029200"/>
            <a:ext cx="24140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Retiros y renovación espiritual.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81344" y="4480560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E3530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91072" y="466344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91072" y="5029200"/>
            <a:ext cx="24140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y mentoría práctica.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043416" y="4480560"/>
            <a:ext cx="2633472" cy="1920240"/>
          </a:xfrm>
          <a:prstGeom prst="roundRect">
            <a:avLst>
              <a:gd name="adj" fmla="val 4762"/>
            </a:avLst>
          </a:prstGeom>
          <a:solidFill>
            <a:srgbClr val="162238"/>
          </a:solidFill>
          <a:ln w="19050">
            <a:solidFill>
              <a:srgbClr val="E35309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53144" y="4663440"/>
            <a:ext cx="2414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9153144" y="5029200"/>
            <a:ext cx="24140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Puentes de patrocinio y alianza.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INICIATIVAS &amp; ORIGEN INSTITUCIONAL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Cuidando al corazón detrás del llamado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01: Salud Mental y Espiritual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4937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 integral, consejería confidencial, evaluaciones de bienestar y retiros espirituales diseñados para prevenir el agotamiento (burnout) y restaurar a los matrimonios pastorales.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3258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02: Capacitación Teológica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Oficinas de pregação expositiva, mentorias de liderança, revitalização de igrejas e desenvolvimento da próxima geração de pastores e plantadores.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31E36"/>
          </a:solidFill>
          <a:ln w="19050">
            <a:solidFill>
              <a:srgbClr val="E3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Nuestra Historia &amp; El Significado de AXIOS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Derivado del griego original, AXIOS significa "Digno, Valioso, Merecedor de Honor" (1 Timoteo 5:17). Nacida de casi 30 años de experiencia pastoral del Pr. Lielson Penido y una investigación en más de 20 países de Latinoamérica, Axios Initiative responde a la pregunta: ¿Quién cuida de quienes cuidan?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30352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74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Pr. Lielson Penido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394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Fundador y Director Ejecutivo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como misionero en Europa, pastor de adorno y Director de Lenguas de la Asociación Bautista de Tampa Bay.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493776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6223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5074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Directiva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53949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Francisco Juarbe (Vicepresidente), Pr. Mario Figueroa (Secretario) y Pr. David Endara (Tesorero).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Garantizan estricta gobernanza fiduciaria y transparencia 501(c)(3).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ADOPCIÓN &amp; CONTACTO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Iniciativa 03: Adopción Familiar Pastoral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8A50"/>
                          </a:solidFill>
                        </a:rPr>
                        <a:t>PATROCINIO MENSUAL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8A50"/>
                          </a:solidFill>
                        </a:rPr>
                        <a:t>PERFIL FINANCIERO GENERAL VERIFICADO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$100 - $200 / mes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Apoyo complementario cuando la iglesia o familia ya cubren una parte significativa de sus necesidades básicas.</a:t>
                      </a:r>
                      <a:endParaRPr lang="en-US" sz="105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$300 / mes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Brecha moderada verificada que afecta las necesidades normales de la casa.</a:t>
                      </a:r>
                      <a:endParaRPr lang="en-US" sz="105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$400 / mes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Brecha significativa entre la compensación pastoral y los costos de vida locales.</a:t>
                      </a:r>
                      <a:endParaRPr lang="en-US" sz="105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$500 / mes</a:t>
                      </a:r>
                      <a:endParaRPr lang="en-US" sz="110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</a:rPr>
                        <a:t>Patrocinio máximo estándar de Axios para necesidad verificada substancial.</a:t>
                      </a:r>
                      <a:endParaRPr lang="en-US" sz="1050" dirty="0"/>
                    </a:p>
                  </a:txBody>
                  <a:tcPr marL="101600" marR="101600" marT="101600" marB="101600">
                    <a:lnL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62238"/>
          </a:solidFill>
          <a:ln w="15240">
            <a:solidFill>
              <a:srgbClr val="E3530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611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Verificación en 3 Niveles (Sello Pastor Verificado Axios)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31520" y="39776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pastor participante atraviesa una evaluación rigurosa de carácter bíblico (1 Timoteo 3 / Tito 1), necesidad financiera documentada y recomendación escrita independiente de 3 organismos: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Iglesia Local (Carácter y ministerio)  •  2. Asociación Batista (Participación activa)  •  3. Convención Batista (Testimonio denominacional)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31E36"/>
          </a:solidFill>
          <a:ln w="25400">
            <a:solidFill>
              <a:srgbClr val="E3530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Adopte un Proyecto o Patrocine una Familia Pastoral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generosidad deducible de impuestos fortalece directamente a quienes dedican su vida a cuidar la Iglesia en Latinoamérica.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8A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Estado de Florida, EE.UU.   •   ✉️ contact@axiosinitiative.org   •   🌐 axios-initiative.web.app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AXIOS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AXIOS Initiative - Presentación Ejecutiva</dc:title>
  <dc:subject>PptxGenJS Presentation</dc:subject>
  <dc:creator>AXIOS INITIATIVE</dc:creator>
  <cp:lastModifiedBy>AXIOS INITIATIVE</cp:lastModifiedBy>
  <cp:revision>1</cp:revision>
  <dcterms:created xsi:type="dcterms:W3CDTF">2026-08-19T21:17:39Z</dcterms:created>
  <dcterms:modified xsi:type="dcterms:W3CDTF">2026-08-19T21:17:39Z</dcterms:modified>
</cp:coreProperties>
</file>